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deck covers what we built, why we made each design choice, what we found, and what did not survive 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did not assume the adaptation would help. The design had to be able to show that it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single error invalidated every queueing result in the original Parts 2 to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probe-to-bulk ratio is a discipline signature. Any AQM paper quoting a single ping number may be ranking systems backwards.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strongest methodological contribution in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bpftool JSON also renders byte arrays as hex strings, which is what silently zeroed the original telemetry.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= ceil(log(1/5)/log(0.9)). It appeared in 24 of 32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clean, defensible, reproducible result of the study.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Steady load has a stable operating point to converge on; staged load does not, and the adjustments lag the transitions.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contribution. The mechanism is old; the number at which it starts to matter is what was missing.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had this data and had not looked. A referee would have asked. r governs the RTT dimension; a second group governs the ceiling.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null result is only credible because of the control condition. That is what makes it a contribution rather than a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 CHENNAI  ·  DEPT. OF ECE, SENSE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 Parameter Adaptation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fq_codel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776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measured evaluation on stock Linux — and what the measurements had to survive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Amritha S   ·   Yugeshwaran P   ·   Deepti Annuncia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fq_codel is the default queue discipline on most Linux systems. Four of its parameters are fixed when you configure it and never change afterwards.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sojourn time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205740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1188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ms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 observation window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205740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10240 p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queue depth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06840" y="205740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8972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18972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1514 B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9189720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per-flow service quantum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8862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60120" y="41148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adapting them at runtime beat leaving them alone?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46177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the controller, built the apparatus to test it honestly, and measured. The answer matters either way.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RATIONALE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chose what we chose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319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choice below was forced by something that went wrong, or by something that could go wrong undetected.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three-node topology, not two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 ·  client → router → server, with the AQM on the router's egress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291840"/>
          </a:xfrm>
          <a:prstGeom prst="roundRect">
            <a:avLst>
              <a:gd name="adj" fmla="val 2222"/>
            </a:avLst>
          </a:prstGeom>
          <a:solidFill>
            <a:srgbClr val="FBEEF0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two-node setup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945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on veth1 inside ns1; iperf3 runs from ns2.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flows ns2 → ns1, but an egress qdisc on veth1 shapes ns1 → ns2.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shapes the ACK path, not the data path.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4290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 9,777 Mbps unshaped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bytes/packet — pure TCP ACKs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~130,000 drops/s on an 826 pkt/s link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600200"/>
            <a:ext cx="5212080" cy="3291840"/>
          </a:xfrm>
          <a:prstGeom prst="roundRect">
            <a:avLst>
              <a:gd name="adj" fmla="val 2222"/>
            </a:avLst>
          </a:prstGeom>
          <a:solidFill>
            <a:srgbClr val="EAF4EE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83680" y="1783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three-node router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19456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TBF + AQM on the router's egress toward the server.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traverses it, so the bottleneck is on the data path.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429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 9.38 Mbps shaped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1509 bytes/packet — real data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~19 drops/s — physically plausible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166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worth keeping: bytes ÷ packets on the monitored queue. 66 means you are queueing acknowledgements.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measure latency two different ways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 ·  a 20 Hz sparse probe AND in-band bulk-flow RTT from TCP_INFO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44752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fq_codel's new-flow heuristic deliberately privileges sparse flows. A ping is a sparse flow, so it measures the best case — not what the bulk traffic sees.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9933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9933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probe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9933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flows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9601200" y="19933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304288"/>
            <a:ext cx="10881360" cy="475488"/>
          </a:xfrm>
          <a:prstGeom prst="roundRect">
            <a:avLst>
              <a:gd name="adj" fmla="val 9615"/>
            </a:avLst>
          </a:prstGeom>
          <a:solidFill>
            <a:srgbClr val="FBEEF0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40487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SFQ  (fair queueing, no AQM)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0" y="23865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30.7 ms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3865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294.3 ms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0" y="24048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2852928"/>
            <a:ext cx="10881360" cy="475488"/>
          </a:xfrm>
          <a:prstGeom prst="roundRect">
            <a:avLst>
              <a:gd name="adj" fmla="val 9615"/>
            </a:avLst>
          </a:prstGeom>
          <a:solidFill>
            <a:srgbClr val="F6FAFC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295351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FQ-PIE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0" y="293522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22.0 ms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0" y="293522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4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55.2 ms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0" y="29535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2.5x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3401568"/>
            <a:ext cx="10881360" cy="475488"/>
          </a:xfrm>
          <a:prstGeom prst="roundRect">
            <a:avLst>
              <a:gd name="adj" fmla="val 9615"/>
            </a:avLst>
          </a:prstGeom>
          <a:solidFill>
            <a:srgbClr val="EEF4F8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50215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fq_codel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0" y="3483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22.4 ms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3483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4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36.4 ms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0" y="35021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1.6x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3950208"/>
            <a:ext cx="10881360" cy="475488"/>
          </a:xfrm>
          <a:prstGeom prst="roundRect">
            <a:avLst>
              <a:gd name="adj" fmla="val 9615"/>
            </a:avLst>
          </a:prstGeom>
          <a:solidFill>
            <a:srgbClr val="F6FAFC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40507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40325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21.8 ms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40325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4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33.6 ms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0" y="405079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4498848"/>
            <a:ext cx="10881360" cy="475488"/>
          </a:xfrm>
          <a:prstGeom prst="roundRect">
            <a:avLst>
              <a:gd name="adj" fmla="val 9615"/>
            </a:avLst>
          </a:prstGeom>
          <a:solidFill>
            <a:srgbClr val="EEF4F8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4400" y="45994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  (single queue)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0" y="458114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39.2 ms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458114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44.4 ms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601200" y="45994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1.1x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516636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960120" y="5321808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Quoting only the probe inverts the ranking.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960120" y="566928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probe RTT, SFQ (30.7 ms) beats CoDel (39.2 ms). By what the data flows actually experience, SFQ is 294 ms against CoDel's 44 ms — nearly 7x worse. SFQ gives the probe its own short queue but has no AQM, so the bulk queues sit at its 127-packet limit throughout.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run a controller that does nothing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 ·  a sham condition — the controller polls at the same cadence but applies no change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controller is an extra process polling every 500 ms. In a 2-vCPU emulated VM that alone can add latency. Without a control condition, "the controller made it slower" and "the controller's decisions made it slower" are indistinguishable.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724912"/>
            <a:ext cx="384048" cy="384048"/>
          </a:xfrm>
          <a:prstGeom prst="ellipse">
            <a:avLst/>
          </a:prstGeom>
          <a:solidFill>
            <a:srgbClr val="7B8A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743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fq_codel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2461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controller at all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7033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43400" y="251460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17720" y="2724912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1772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743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sham controller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32461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polls, changes nothing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37033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CPU cost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251460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21040" y="2724912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823960" y="2743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ACAPE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32461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and adapts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37033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the decisions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8463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published adaptive-AQM paper we found runs this control. It is the reason our null result is credible rather than merely unexplained.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read BPF maps with bpf(2), not bpftool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 ·  in-process syscalls instead of spawning a helper each tick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2286000"/>
          </a:xfrm>
          <a:prstGeom prst="roundRect">
            <a:avLst>
              <a:gd name="adj" fmla="val 3200"/>
            </a:avLst>
          </a:prstGeom>
          <a:solidFill>
            <a:srgbClr val="FBEEF0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bpftool per tick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~2.5 s per call under a 9p root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stretched the 0.5 s control interval to 3.17 s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 s run yielded only 7 samples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5257800" cy="2286000"/>
          </a:xfrm>
          <a:prstGeom prst="roundRect">
            <a:avLst>
              <a:gd name="adj" fmla="val 3200"/>
            </a:avLst>
          </a:prstGeom>
          <a:solidFill>
            <a:srgbClr val="EAF4EE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bpf(2) in process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28600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restored to 0.709 s — 4.5× faster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extra process, so no CPU confound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bytes, so no hex-string decode bug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20624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43891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reason matters more than the first.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475488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Spawning a helper process to measure a system whose latency you are measuring is the same confound the sham condition exists to remove. Reading the map in process avoids introducing it at all.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workload changes during the run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 ·  a staged load — 2 flows, then 24, then back to 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controller that classifies congestion into four states can only be tested by a workload that visits more than one of them.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BEEF0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23774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Constant overload (original)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346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in 80.9% of samples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in 0.04%, LIGHT never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four-state classifier using two states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219456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EAF4EE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3796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Staged load (ours)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83464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count changes twice during the run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regime actually transitions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adaptive logic is exercised, not just saturated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57200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constant overload the original controller ratcheted target to its floor every run and stopped — always exactly 15 adjustments, which is just the number of ×0.9 steps from 5 ms to 1 ms. That is a constant, not a measurement.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these metrics and these baselines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881360" cy="1298448"/>
          </a:xfrm>
          <a:prstGeom prst="roundRect">
            <a:avLst>
              <a:gd name="adj" fmla="val 5634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2688" y="1527048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527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399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Goodput from sum_received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8308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iperf3's sum_sent counts bytes handed to the socket. Under pfifo it read 12.16 Mbps on a 10 Mbit link — the sender filling a bloated buffer. Only sum_received crossed the bottleneck.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715768"/>
            <a:ext cx="10881360" cy="1298448"/>
          </a:xfrm>
          <a:prstGeom prst="roundRect">
            <a:avLst>
              <a:gd name="adj" fmla="val 5634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3008376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008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8803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queue disciplines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26440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pfifo, SFQ, RED, CoDel, PIE, FQ-PIE, CAKE, fq_codel, fq_codel+ACAPE. A comparison that omits the obvious alternatives is not a comparison — and PIE and CAKE are genuinely competitive.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197096"/>
            <a:ext cx="10881360" cy="1298448"/>
          </a:xfrm>
          <a:prstGeom prst="roundRect">
            <a:avLst>
              <a:gd name="adj" fmla="val 5634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32688" y="4489704"/>
            <a:ext cx="457200" cy="457200"/>
          </a:xfrm>
          <a:prstGeom prst="ellipse">
            <a:avLst/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32688" y="4489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436168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repetitions, exact statistics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745736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intervals from Student's t via the incomplete beta function, not a normal approximation — which at n=3 overstates significance and flipped one of our own conclusions.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these was added because its absence had already produced a wrong number.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measurements show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319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Linux · 10 Mbit bottleneck · 8 TCP CUBIC flows · 20 ms base RTT · 3 repetitions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effect that dominates everything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or absence of a flow-queueing AQM — not the tuning of one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2371 ms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RTT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pfifo, no AQM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29000" y="17830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66160" y="20574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ms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RTT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fq_codel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55080" y="20574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~100×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reduction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7830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144000" y="20574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goodput cost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886200"/>
            <a:ext cx="10881360" cy="1691640"/>
          </a:xfrm>
          <a:prstGeom prst="roundRect">
            <a:avLst>
              <a:gd name="adj" fmla="val 4324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40690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orders of magnitude, at no throughput or fairness cost.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52628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flow-queueing discipline with a delay target — fq_codel, FQ-PIE, CAKE — lands near 23 ms. Single-queue AQMs (CoDel, PIE) land near 45 ms. SFQ, which has fair queueing but no AQM, bloats to 115 packets. The AQM and the scheduler each do a distinct job, and both matter far more than parameter choice.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adapting the parameters help?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60120" y="128016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separates from zero, under either load.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03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212080" y="2103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workload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778240" y="2103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workload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10881360" cy="493776"/>
          </a:xfrm>
          <a:prstGeom prst="roundRect">
            <a:avLst>
              <a:gd name="adj" fmla="val 9259"/>
            </a:avLst>
          </a:prstGeom>
          <a:solidFill>
            <a:srgbClr val="EEF4F8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54203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backlog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25420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  CI +-1.00 pkt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778240" y="25420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+2.2%   n.s.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990088"/>
            <a:ext cx="10881360" cy="493776"/>
          </a:xfrm>
          <a:prstGeom prst="roundRect">
            <a:avLst>
              <a:gd name="adj" fmla="val 9259"/>
            </a:avLst>
          </a:prstGeom>
          <a:solidFill>
            <a:srgbClr val="F6FAFC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10896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RTT (probe)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31089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-0.5%  n.s.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778240" y="31089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   n.s.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557016"/>
            <a:ext cx="10881360" cy="493776"/>
          </a:xfrm>
          <a:prstGeom prst="roundRect">
            <a:avLst>
              <a:gd name="adj" fmla="val 9259"/>
            </a:avLst>
          </a:prstGeom>
          <a:solidFill>
            <a:srgbClr val="EEF4F8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367588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RTT (probe)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36758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+0.4%  n.s.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36758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+1.6%   n.s.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123944"/>
            <a:ext cx="10881360" cy="493776"/>
          </a:xfrm>
          <a:prstGeom prst="roundRect">
            <a:avLst>
              <a:gd name="adj" fmla="val 9259"/>
            </a:avLst>
          </a:prstGeom>
          <a:solidFill>
            <a:srgbClr val="F6FAFC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424281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RTT (bulk)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212080" y="42428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 n.s.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42428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-0.5%   n.s.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4690872"/>
            <a:ext cx="10881360" cy="493776"/>
          </a:xfrm>
          <a:prstGeom prst="roundRect">
            <a:avLst>
              <a:gd name="adj" fmla="val 9259"/>
            </a:avLst>
          </a:prstGeom>
          <a:solidFill>
            <a:srgbClr val="EEF4F8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480974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Goodput / fairness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480974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778240" y="480974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3492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movement, backlog, has an interval of +-1.00 packets and covers zero. At three repetitions the design resolves about 3.5%, so these bound the effect rather than disprove it. The sham arm shows the controller's processor cost is not detectable either, so this is not a cost masking a benefit. The law explains it: these runs sit at r = 0.25.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CAKE beats the adapted system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controller. One configuration argument. Lower latency than tuned fq_codel.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probe RTT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bulk RTT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1031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fq_codel (static)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0" y="20574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B8A9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24.6 ms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8412480" y="20574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B8A9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36.4 ms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40080" y="269748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2880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fq_codel + ACAPE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28346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24.4 ms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28346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35.9 ms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40080" y="347472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EAF4EE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60120" y="3657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0" y="36118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22.9 ms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6118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33.6 ms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640080" y="434340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60120" y="45262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CAKE beats the adapted system by more than the adaptation beats the defaults  (p &lt; 0.001).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489204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practitioner wanting lower latency on this class of link, changing queue discipline is a larger and far simpler win than tuning fq_codel's parameters. We report this because it is the most useful thing a reader can take away.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SCALING LAW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does adapting pay?</a:t>
            </a:r>
            <a:endParaRPr lang="en-US" sz="4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answer is a ratio, not a delay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 path RTT from 2 to 200 ms showed the benefit is not a function of RTT at all.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783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 =  target / RTT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212080" y="187452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dimensionless number an operator already has: the configured target, and an estimate of the path.</a:t>
            </a:r>
            <a:endParaRPr lang="en-US" sz="1350" dirty="0"/>
          </a:p>
        </p:txBody>
      </p:sp>
      <p:pic>
        <p:nvPicPr>
          <p:cNvPr id="7" name="Image 0" descr="figures/comparison/fig16_scaling_la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788920"/>
            <a:ext cx="10881360" cy="31089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benefit against the ratio, collapsing onto one curve. Right: the same runs against RTT alone, scattered.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b(r) = B / (1 + (r0/r)^k)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43000"/>
            <a:ext cx="5303520" cy="822960"/>
          </a:xfrm>
          <a:prstGeom prst="roundRect">
            <a:avLst>
              <a:gd name="adj" fmla="val 8889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14400" y="1234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 =  20.5 %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6184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ceiling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217920" y="1143000"/>
            <a:ext cx="5303520" cy="822960"/>
          </a:xfrm>
          <a:prstGeom prst="roundRect">
            <a:avLst>
              <a:gd name="adj" fmla="val 8889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92240" y="1234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r0  =  0.50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6184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benefit is reached here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103120"/>
            <a:ext cx="5303520" cy="822960"/>
          </a:xfrm>
          <a:prstGeom prst="roundRect">
            <a:avLst>
              <a:gd name="adj" fmla="val 8889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14400" y="2194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 =  2.6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5786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sharp the transition is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2103120"/>
            <a:ext cx="5303520" cy="822960"/>
          </a:xfrm>
          <a:prstGeom prst="roundRect">
            <a:avLst>
              <a:gd name="adj" fmla="val 8889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92240" y="2194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  =  0.986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5786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cells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2004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60120" y="336499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before the data existed. Three of four held.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37033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crossover exists. The curve is invariant across a 16-fold change in RTT, 2.0 points against a 5-point threshold. Leave-one-out predicts held-out cells to 1.4 points. The form transfers to codel and PIE; the constant does not, and that fourth test failed.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80060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FBEEF0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60120" y="49560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means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528523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configuration sits at r between 0.05 and 0.10. Half the available benefit arrives only at r = 0.50, five to ten times outside that. Adaptation repairs misconfiguration; it does not improve a correctly configured link.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ratio fixes the shape, not the ceiling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r = 1 and sweeping the link rate 25-fold. Only the rate changes.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645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rate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1645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at r = 1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8686800" y="1645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1965960"/>
            <a:ext cx="10881360" cy="475488"/>
          </a:xfrm>
          <a:prstGeom prst="roundRect">
            <a:avLst>
              <a:gd name="adj" fmla="val 9615"/>
            </a:avLst>
          </a:prstGeom>
          <a:solidFill>
            <a:srgbClr val="EEF4F8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0756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Mbit/s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20756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+13.2 %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686800" y="20756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0.0005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10881360" cy="475488"/>
          </a:xfrm>
          <a:prstGeom prst="roundRect">
            <a:avLst>
              <a:gd name="adj" fmla="val 9615"/>
            </a:avLst>
          </a:prstGeom>
          <a:solidFill>
            <a:srgbClr val="F6FAFC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26243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Mbit/s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6243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+18.2 %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686800" y="26243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0.0001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3063240"/>
            <a:ext cx="10881360" cy="475488"/>
          </a:xfrm>
          <a:prstGeom prst="roundRect">
            <a:avLst>
              <a:gd name="adj" fmla="val 9615"/>
            </a:avLst>
          </a:prstGeom>
          <a:solidFill>
            <a:srgbClr val="EEF4F8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1729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Mbit/s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31729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+18.0 %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686800" y="31729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0.0001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3611880"/>
            <a:ext cx="10881360" cy="475488"/>
          </a:xfrm>
          <a:prstGeom prst="roundRect">
            <a:avLst>
              <a:gd name="adj" fmla="val 9615"/>
            </a:avLst>
          </a:prstGeom>
          <a:solidFill>
            <a:srgbClr val="F6FAFC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7216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Mbit/s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846320" y="37216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+14.1 %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686800" y="37216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0.0004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40080" y="4160520"/>
            <a:ext cx="10881360" cy="475488"/>
          </a:xfrm>
          <a:prstGeom prst="roundRect">
            <a:avLst>
              <a:gd name="adj" fmla="val 9615"/>
            </a:avLst>
          </a:prstGeom>
          <a:solidFill>
            <a:srgbClr val="EEF4F8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42702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Mbit/s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42702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+7.1 %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8686800" y="42702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0.0172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40080" y="4846320"/>
            <a:ext cx="10881360" cy="1280160"/>
          </a:xfrm>
          <a:prstGeom prst="roundRect">
            <a:avLst>
              <a:gd name="adj" fmla="val 5714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60120" y="5029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11-point spread, against the 5-point threshold we used to call the RTT comparison consistent. Every cell is significant, so this is real. The fitted ceiling of 20.5 % is the ceiling at 10 Mbit/s, not a constant of the mechanism.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not survive verification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319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classes of silent failure. Each produced results that were confident, internally consistent, and wrong.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seven defects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43000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389888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389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234440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 traffic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545336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1–3 ran iperf3 to 127.0.0.1 at 93–219 Gbit/s. No qdisc was ever in the path.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143000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46520" y="1389888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389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1234440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ACK-path bottleneck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995160" y="1545336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2–4 shaped the acknowledgement direction. 66 bytes/packet.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203704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2450592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2450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2295144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RTT ever measured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2606040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reported 0.541 / 2.200 / 2.445 ms have no source anywhere in the repository.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17920" y="2203704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46520" y="2450592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2450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2295144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eBPF telemetry read zero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95160" y="2606040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decode bugs: hex strings into a bare except, wrong struct offsets, CLOCK_REALTIME vs CLOCK_MONOTONIC (age = 56.8 years).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3264408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68680" y="3511296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3511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3355848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Elephant threshold unreachable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3666744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MB threshold, 9.38 MB maximum possible flow share. The classifier could never fire.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17920" y="3264408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46520" y="3511296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46520" y="3511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995160" y="3355848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had no effect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995160" y="3666744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375 logged adjustments applied the identical action.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0080" y="4325112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FBEEF0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96112" y="4572000"/>
            <a:ext cx="420624" cy="420624"/>
          </a:xfrm>
          <a:prstGeom prst="ellipse">
            <a:avLst/>
          </a:prstGeom>
          <a:solidFill>
            <a:srgbClr val="B23A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96112" y="4572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481328" y="4416552"/>
            <a:ext cx="9966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figures hardcoded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481328" y="472744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"12× faster" is the literal array [120, 70, 60, 5]. No stabilisation time was ever measured.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58521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seven are pinned by regression tests that fail against the original behaviour.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each was caught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one was visible from a summary statistic. Every one was found by checking a physical invariant.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76479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 ÷ packets on the monitored queue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09397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B means you are queueing ACKs, not data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60120" y="263347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rate vs the link's packet rate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96265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 Mbit link passes 826 pkt/s; 130,000 drops/s is impossible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42900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350215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varying a control input change the output?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83133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not, the control path is inert however it is labelled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29768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60120" y="437083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threshold reachable at all?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70001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MB elephant threshold, 9.38 MB maximum flow share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16636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523951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reported value reach the kernel?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556869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 in userspace is not the qdisc parameter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think this is the most transferable part of the work.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sits against recent work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2023–2026 · what is taken, and what is not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2240280"/>
          </a:xfrm>
          <a:prstGeom prst="roundRect">
            <a:avLst>
              <a:gd name="adj" fmla="val 3265"/>
            </a:avLst>
          </a:prstGeom>
          <a:solidFill>
            <a:srgbClr val="FBEEF0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783080"/>
            <a:ext cx="4800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done — cannot claim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94560"/>
            <a:ext cx="4800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(2024) adapts an AQM target at runtime with DRL + INT on P4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RED (2001) is the AIMD rule we borrow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ACoDel (2020) adapts CoDel's interval — with a stability proof we lack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QueuePilot (2023), AQM-LLM (2026) learn AQM policies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257800" cy="2240280"/>
          </a:xfrm>
          <a:prstGeom prst="roundRect">
            <a:avLst>
              <a:gd name="adj" fmla="val 3265"/>
            </a:avLst>
          </a:prstGeom>
          <a:solidFill>
            <a:srgbClr val="EAF4EE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37960" y="1783080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done by anyone — our claim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194560"/>
            <a:ext cx="4709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sham-controller condition separating CPU cost from decisions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Sparse-probe and bulk-flow latency reported separately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against eight alternative disciplines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published null result for the adaptation itself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10881360" cy="1554480"/>
          </a:xfrm>
          <a:prstGeom prst="roundRect">
            <a:avLst>
              <a:gd name="adj" fmla="val 4706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427939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we can defend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4617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falsifiable predicate for when adapting an AQM's parameters pays, pre-registered and tested to destruction, with the controlled apparatus needed to establish it.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left with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3456432"/>
            <a:ext cx="10881360" cy="658368"/>
          </a:xfrm>
          <a:prstGeom prst="roundRect">
            <a:avLst>
              <a:gd name="adj" fmla="val 9722"/>
            </a:avLst>
          </a:prstGeom>
          <a:solidFill>
            <a:srgbClr val="2C35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602736"/>
            <a:ext cx="365760" cy="3657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50215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queueing with a delay target is what matters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3803904"/>
            <a:ext cx="10058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100x tail-latency reduction at no goodput cost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4187952"/>
            <a:ext cx="10881360" cy="658368"/>
          </a:xfrm>
          <a:prstGeom prst="roundRect">
            <a:avLst>
              <a:gd name="adj" fmla="val 9722"/>
            </a:avLst>
          </a:prstGeom>
          <a:solidFill>
            <a:srgbClr val="2C35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4334256"/>
            <a:ext cx="365760" cy="3657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334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23367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tuning helps is decided by r = target/RTT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4535424"/>
            <a:ext cx="10058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benefit at r = 0.50; correct configuration sits five to ten times below that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919472"/>
            <a:ext cx="10881360" cy="658368"/>
          </a:xfrm>
          <a:prstGeom prst="roundRect">
            <a:avLst>
              <a:gd name="adj" fmla="val 9722"/>
            </a:avLst>
          </a:prstGeom>
          <a:solidFill>
            <a:srgbClr val="2C35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065776"/>
            <a:ext cx="365760" cy="3657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5065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96519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ratio fixes the shape, not the ceiling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266944"/>
            <a:ext cx="10058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r = 1 the benefit still runs 7.1 to 18.2% across a 25-fold change in link rate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5650992"/>
            <a:ext cx="10881360" cy="658368"/>
          </a:xfrm>
          <a:prstGeom prst="roundRect">
            <a:avLst>
              <a:gd name="adj" fmla="val 9722"/>
            </a:avLst>
          </a:prstGeom>
          <a:solidFill>
            <a:srgbClr val="2C35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5797296"/>
            <a:ext cx="365760" cy="3657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5797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569671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 is small, switch discipline instead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5998464"/>
            <a:ext cx="10058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CAKE needs no controller and beats the adapted system at every RTT tested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github.com/Amritha902/ccn-linux-qdisc-study   ·   every number in the paper generated from the logs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Runtime Parameter Adaptation for fq_codel</dc:title>
  <dc:subject>PptxGenJS Presentation</dc:subject>
  <dc:creator>Amritha S, Yugeshwaran P, Deepti Annuncia</dc:creator>
  <cp:lastModifiedBy>Amritha S, Yugeshwaran P, Deepti Annuncia</cp:lastModifiedBy>
  <cp:revision>1</cp:revision>
  <dcterms:created xsi:type="dcterms:W3CDTF">2026-10-07T09:26:25Z</dcterms:created>
  <dcterms:modified xsi:type="dcterms:W3CDTF">2026-10-07T09:26:25Z</dcterms:modified>
</cp:coreProperties>
</file>