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covers what we built, why we made each design choice, what we found, and what did not survive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 not assume the adaptation would help. The design had to be able to show that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error invalidated every queueing result in the original Parts 2 to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probe-to-bulk ratio is a discipline signature. Any AQM paper quoting a single ping number may be ranking systems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methodological contribution in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bpftool JSON also renders byte arrays as hex strings, which is what silently zeroed the original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= ceil(log(1/5)/log(0.9)). It appeared in 24 of 32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clean, defensible, reproducible result of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 load has a stable operating point to converge on; staged load does not, and the adjustments lag the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null result is only credible because of the control condition. That is what makes it a contribution rather than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DEPT. OF ECE, SENSE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Parameter Adaptation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fq_codel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evaluation on stock Linux — and what the measurements had to survive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   ·   Yugeshwaran P   ·   Deepti Annuncia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is the default queue discipline on most Linux systems. Four of its parameters are fixed when you configure it and never change afterwards.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sojourn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observation window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10240 p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queue depth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9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1514 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service quantum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them at runtime beat leaving them alone?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the controller, built the apparatus to test it honestly, and measured. The answer matters either way.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what we chose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below was forced by something that went wrong, or by something that could go wrong undetected.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three-node topology, not two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client → router → server, with the AQM on the router's egress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two-node setup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on veth1 inside ns1; iperf3 runs from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 ns2 → ns1, but an egress qdisc on veth1 shapes ns1 →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shapes the ACK path, not the data path.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9,777 Mbps unshaped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bytes/packet — pure TCP ACKs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~130,000 drops/s on an 826 pkt/s link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three-node router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 + AQM on the router's egress toward the server.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traverses it, so the bottleneck is on the data path.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9.38 Mbps 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1509 bytes/packet — real data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drops/s — physically plausible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worth keeping: bytes ÷ packets on the monitored queue. 66 means you are queueing acknowledgements.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measure latency two different ways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20 Hz sparse probe AND in-band bulk-flow RTT from TCP_INFO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fq_codel's new-flow heuristic deliberately privileges sparse flows. A ping is a sparse flow, so it measures the best case — not what the bulk traffic sees.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probe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flows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30428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BEEF0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048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SFQ  (fair queueing, no AQM)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30.7 ms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294.3 ms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24048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85292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9535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FQ-PIE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 ms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55.2 ms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9535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40156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 ms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 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5021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395020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0507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 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33.6 ms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0507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49884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5994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 (single queue)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39.2 ms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 ms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45994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60120" y="532180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Quoting only the probe inverts the ranking.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6692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probe RTT, SFQ (30.7 ms) beats CoDel (39.2 ms). By what the data flows actually experience, SFQ is 294 ms against CoDel's 44 ms — nearly 7x worse. SFQ gives the probe its own short queue but has no AQM, so the bulk queues sit at its 127-packet limit throughout.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run a controller that does nothing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sham condition — the controller polls at the same cadence but applies no change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is an extra process polling every 500 ms. In a 2-vCPU emulated VM that alone can add latency. Without a control condition, "the controller made it slower" and "the controller's decisions made it slower" are indistinguishable.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24912"/>
            <a:ext cx="384048" cy="384048"/>
          </a:xfrm>
          <a:prstGeom prst="ellipse">
            <a:avLst/>
          </a:prstGeom>
          <a:solidFill>
            <a:srgbClr val="7B8A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fq_codel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 at 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72491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sham controller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polls, changes nothing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CPU cost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21040" y="272491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ACAPE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and adapts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decisions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adaptive-AQM paper we found runs this control. It is the reason our null result is credible rather than merely unexplained.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read BPF maps with bpf(2), not bpftool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in-process syscalls instead of spawning a helper each tick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bpftool per tick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 s per call under a 9p root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the 0.5 s control interval to 3.17 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s run yielded only 7 samples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bpf(2) in process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restored to 0.709 s — 4.5× faster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process, so no CPU confound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bytes, so no hex-string decode bug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reason matters more than the first.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7548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Spawning a helper process to measure a system whose latency you are measuring is the same confound the sham condition exists to remove. Reading the map in process avoids introducing it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workload changes during the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staged load — 2 flows, then 24, then back to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classifies congestion into four states can only be tested by a workload that visits more than one of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 overload (original)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80.9% of samples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in 0.04%, LIGHT never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four-state classifier using two states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Staged load (ours)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8346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count changes twice during the run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actually transitions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adaptive logic is exercised, not just saturated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720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constant overload the original controller ratcheted target to its floor every run and stopped — always exactly 15 adjustments, which is just the number of ×0.9 steps from 5 ms to 1 ms. That is a constant, not a measurement.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these metrics and these baselines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52704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99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from sum_received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830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iperf3's sum_sent counts bytes handed to the socket. Under pfifo it read 12.16 Mbps on a 10 Mbit link — the sender filling a bloated buffer. Only sum_received crossed the bottleneck.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00837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803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queue disciplines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6440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SFQ, RED, CoDel, PIE, FQ-PIE, CAKE, fq_codel, fq_codel+ACAPE. A comparison that omits the obvious alternatives is not a comparison — and PIE and CAKE are genuinely competitive.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97096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489704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3616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repetitions, exact statistics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74573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from Student's t via the incomplete beta function, not a normal approximation — which at n=3 overstates significance and flipped one of our own conclusions.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was added because its absence had already produced a wrong number.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measurements show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Linux · 10 Mbit bottleneck · 8 TCP CUBIC flows · 20 ms base RTT · 3 repetitions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effect that dominates everything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or absence of a flow-queueing AQM — not the tuning of 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2371 ms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no AQM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~100×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reduction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0690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orders of magnitude, at no throughput or fairness cost.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26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flow-queueing discipline with a delay target — fq_codel, FQ-PIE, CAKE — lands near 23 ms. Single-queue AQMs (CoDel, PIE) land near 45 ms. SFQ, which has fair queueing but no AQM, bloats to 115 packets. The AQM and the scheduler each do a distinct job, and both matter far more than parameter choice.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 parameters help?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2801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gain under steady load. Nothing under a load that changes.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workload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workload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542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backlog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25420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   p=0.050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5420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   p=0.66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90088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108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 (probe)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108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   p=0.047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108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   p=0.07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57016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675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 (probe)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675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   p=0.48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3675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   p=0.050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23944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24281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 (bulk)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428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  p=0.38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42428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   p=0.52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690872"/>
            <a:ext cx="10881360" cy="493776"/>
          </a:xfrm>
          <a:prstGeom prst="roundRect">
            <a:avLst>
              <a:gd name="adj" fmla="val 9259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8097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/ fairness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8097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48097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workload designed to give the controller something to respond to is the one where it helps least. The sham condition rules out overhead, so these are its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CAKE beats the adapted system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controller. One configuration argument. Lower latency than tuned fq_codel.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probe RTT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bulk RTT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103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(static)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2057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24.6 ms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057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 ms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+ ACAPE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8346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24.4 ms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8346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657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22.9 ms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33.6 ms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 beats the adapted system by more than the adaptation beats the defaults  (p &lt; 0.001).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89204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practitioner wanting lower latency on this class of link, changing queue discipline is a larger and far simpler win than tuning fq_codel's parameters. We report this because it is the most useful thing a reader can take away.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survive verification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classes of silent failure. Each produced results that were confident, internally consistent, and wrong.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defects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traffic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1–3 ran iperf3 to 127.0.0.1 at 93–219 Gbit/s. No qdisc was ever in the path.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ACK-path bottleneck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2–4 shaped the acknowledgement direction. 66 bytes/packet.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RTT ever measured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0.541 / 2.200 / 2.445 ms have no source anywhere in the repository.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telemetry read zero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decode bugs: hex strings into a bare except, wrong struct offsets, CLOCK_REALTIME vs CLOCK_MONOTONIC (age = 56.8 years).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 threshold unreachable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threshold, 9.38 MB maximum possible flow share. The classifier could never fire.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had no effect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375 logged adjustments applied the identical action.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32511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457200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481328" y="4416552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hardcoded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481328" y="47274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"12× faster" is the literal array [120, 70, 60, 5]. No stabilisation time was ever measured.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are pinned by regression tests that fail against the original behaviour.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was caught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was visible from a summary statistic. Every one was found by checking a physical invariant.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647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÷ packets on the monitored queue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 means you are queueing ACKs, not data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33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rate vs the link's packet rate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6265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Mbit link passes 826 pkt/s; 130,000 drops/s is impossible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5021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varying a control input change the output?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83133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the control path is inert however it is labelled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370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threshold reachable at all?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7000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elephant threshold, 9.38 MB maximum flow share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39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reported value reach the kernel?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56869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in userspace is not the qdisc parameter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 this is the most transferable part of the work.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 against recent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2023–2026 · what is taken, and what is not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done — cannot claim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(2024) adapts an AQM target at runtime with DRL + INT on P4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 (2001) is the AIMD rule we borrow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ACoDel (2020) adapts CoDel's interval — with a stability proof we lack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QueuePilot (2023), AQM-LLM (2026) learn AQM policies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done by anyone — our claim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sham-controller condition separating CPU cost from decisions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Sparse-probe and bulk-flow latency reported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eight alternative disciplines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null result for the adaptation itself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2793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can defend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617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controlled evaluation of runtime parameter adaptation for a flow-queueing AQM on stock Linux — and the finding that it does not measurably help.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left with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7764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8679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queueing with a delay target is what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9709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~100× tail-latency reduction at zero goodput cost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66344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4632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3659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its parameters is not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506577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-9.6% under steady load, nothing under a changing one; CAKE beats it outright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71500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6052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is the contribution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93445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silent failure classes, the invariants that catch them, and a released artefact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github.com/Amritha902/ccn-linux-qdisc-study   ·   every number in the paper generated from the logs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Runtime Parameter Adaptation for fq_codel</dc:title>
  <dc:subject>PptxGenJS Presentation</dc:subject>
  <dc:creator>Amritha S, Yugeshwaran P, Deepti Annuncia</dc:creator>
  <cp:lastModifiedBy>Amritha S, Yugeshwaran P, Deepti Annuncia</cp:lastModifiedBy>
  <cp:revision>1</cp:revision>
  <dcterms:created xsi:type="dcterms:W3CDTF">2026-09-29T15:27:57Z</dcterms:created>
  <dcterms:modified xsi:type="dcterms:W3CDTF">2026-09-29T15:27:57Z</dcterms:modified>
</cp:coreProperties>
</file>