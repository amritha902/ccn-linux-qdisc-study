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Protocol Used: TCP CUBIC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2743200" cy="4160520"/>
          </a:xfrm>
          <a:prstGeom prst="roundRect">
            <a:avLst>
              <a:gd name="adj" fmla="val 3333"/>
            </a:avLst>
          </a:prstGeom>
          <a:solidFill>
            <a:srgbClr val="0A1628">
              <a:alpha val="12000"/>
            </a:srgbClr>
          </a:solidFill>
          <a:ln w="1524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TCP CUBIC?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Linux kernel default since 2.6.19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Verify: sysctl net.ipv4.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tcp_congestion_control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→ returns: cubic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95728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Most common TCP variant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1518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deployed globally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54096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Fills buffers aggressively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27355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→ worst case for AQM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93008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71246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Any AQM that handles CUBIC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handles all TCP variants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868680"/>
            <a:ext cx="2834640" cy="1965960"/>
          </a:xfrm>
          <a:prstGeom prst="roundRect">
            <a:avLst>
              <a:gd name="adj" fmla="val 4651"/>
            </a:avLst>
          </a:prstGeom>
          <a:solidFill>
            <a:srgbClr val="00B4D8">
              <a:alpha val="12000"/>
            </a:srgbClr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914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 Window Function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12984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W(t) = C(t − K)³ + W_max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83280" y="1783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9080" y="17830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= 0.4  (scaling constant)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20391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69080" y="20391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= time since last loss event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2951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69080" y="22951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= time to reach W_max without loss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25511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W_max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69080" y="2551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= window at last congestion event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2926080"/>
            <a:ext cx="2834640" cy="1188720"/>
          </a:xfrm>
          <a:prstGeom prst="roundRect">
            <a:avLst>
              <a:gd name="adj" fmla="val 7692"/>
            </a:avLst>
          </a:prstGeom>
          <a:solidFill>
            <a:srgbClr val="FFB703">
              <a:alpha val="12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971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Packet Loss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CWND ← CWND × 0.7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83280" y="36118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(TCP Reno uses 0.5)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4206240"/>
            <a:ext cx="2834640" cy="822960"/>
          </a:xfrm>
          <a:prstGeom prst="roundRect">
            <a:avLst>
              <a:gd name="adj" fmla="val 11111"/>
            </a:avLst>
          </a:prstGeom>
          <a:solidFill>
            <a:srgbClr val="52B788">
              <a:alpha val="10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4251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Other Variants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83280" y="45262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Reno: 0.5x / BBR: rate-based / CUBIC: 0.7x cubic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868680"/>
            <a:ext cx="2651760" cy="4160520"/>
          </a:xfrm>
          <a:prstGeom prst="roundRect">
            <a:avLst>
              <a:gd name="adj" fmla="val 3448"/>
            </a:avLst>
          </a:prstGeom>
          <a:solidFill>
            <a:srgbClr val="E63946">
              <a:alpha val="12000"/>
            </a:srgbClr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914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 Behavior in Our Testbed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0" y="1325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flows × CUBIC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14904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Each flow independently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16093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probes for bandwidth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18928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 oversubscription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20574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20×~1Mbit into 5Mbit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21762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creates sustained queue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24597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buffer fast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0" y="26243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Reaches 400+ pkts quickly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0" y="2743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before backing off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0" y="3026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Bursty window growth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0" y="31912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Cubic shape means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0" y="33101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aggressive probing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0" y="3593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insensitive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00800" y="37581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Unlike Reno, CUBIC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0" y="38770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ignores RTT in growth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CUBIC RFC 8312  ·  Ha, Rhee, Xu — ACM SIGOPS 2008  ·  Linux kernel source: net/ipv4/tcp_cubic.c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Generator: iperf3 — Full Specification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00B4D8">
              <a:alpha val="15000"/>
            </a:srgbClr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iperf3?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iperf3 v3.16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Network bandwidth measurement tool by ESnet (Lawrence Berkeley National Lab). </a:t>
            </a:r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deterministic TCP/UDP flows between server and client processes.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FFB703">
              <a:alpha val="15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iperf3, not real application traffic?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apps (HTTP/2, DASH video) </a:t>
            </a:r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request-response gaps that create variable queue states — gradient signals become noisy.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iperf3's constant-rate injection produces a deterministic steady-state queue.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52B788">
              <a:alpha val="15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TCP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NOT UDP mode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797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TCP = congestion control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53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responds to drops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27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009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UDP = fixed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ignores drops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6484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not realistic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822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9959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TCP tests the AQM's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1696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ability to signal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congestion correctly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14600" y="2194560"/>
            <a:ext cx="5806440" cy="2560320"/>
          </a:xfrm>
          <a:prstGeom prst="roundRect">
            <a:avLst>
              <a:gd name="adj" fmla="val 3571"/>
            </a:avLst>
          </a:prstGeom>
          <a:solidFill>
            <a:srgbClr val="0096C7">
              <a:alpha val="12000"/>
            </a:srgbClr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2402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Command Used — Every Flag Explained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0604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-c 192.168.2.2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server at this IP (ns1 server namespace)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06040" y="2953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-p 5202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2953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5202 — avoids conflict with system services on 5201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06040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-P 20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3255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parallel TCP CUBIC connections simultaneously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06040" y="3557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-t 3600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7720" y="3557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for 3600 seconds = 1 hour per system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0604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-i 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17720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per-flow throughput every 10 seconds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0604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-J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17720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 JSON format (machine-readable, parsed for Jain index)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0604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--logfile X.json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17720" y="4462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JSON output to disk — preserved after process ends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828032"/>
            <a:ext cx="8595360" cy="256032"/>
          </a:xfrm>
          <a:prstGeom prst="roundRect">
            <a:avLst>
              <a:gd name="adj" fmla="val 35714"/>
            </a:avLst>
          </a:prstGeom>
          <a:solidFill>
            <a:srgbClr val="0A1628">
              <a:alpha val="50000"/>
            </a:srgbClr>
          </a:solidFill>
          <a:ln w="15240">
            <a:solidFill>
              <a:srgbClr val="0A16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SERVER (ns1):  iperf3 -s -p 5202          CLIENT (ns2):  iperf3 -c 192.168.2.2 -p 5202 -P 20 -t 3600 -i 10 -J --logfile logs/X.json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Router Topology Setup Commands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4206240" cy="4069080"/>
          </a:xfrm>
          <a:prstGeom prst="roundRect">
            <a:avLst>
              <a:gd name="adj" fmla="val 2247"/>
            </a:avLst>
          </a:prstGeom>
          <a:solidFill>
            <a:srgbClr val="0A1628">
              <a:alpha val="12000"/>
            </a:srgbClr>
          </a:solidFill>
          <a:ln w="1524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+ veth Creation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Create 3 isolated namespaces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504188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netns add ns2        # client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28216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netns add ns_router  # router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952244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netns add ns1        # server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400300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Client &lt;-&gt; Router veth pair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624328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link add veth_cr type veth \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848356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       peer name veth_rc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link set veth_cr netns ns2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29641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link set veth_rc netns ns_router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744468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Router &lt;-&gt; Server veth pair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968496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link add veth_rs type veth \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192524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       peer name veth_sr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41655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link set veth_rs netns ns_router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640580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link set veth_sr netns ns1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868680"/>
            <a:ext cx="4206240" cy="4069080"/>
          </a:xfrm>
          <a:prstGeom prst="roundRect">
            <a:avLst>
              <a:gd name="adj" fmla="val 2247"/>
            </a:avLst>
          </a:prstGeom>
          <a:solidFill>
            <a:srgbClr val="0096C7">
              <a:alpha val="12000"/>
            </a:srgbClr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+ Route + TBF + fq_codel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1280160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Assign IPs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1504188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netns exec ns2 ip addr add \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1728216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192.168.1.2/24 dev veth_cr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1952244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netns exec ns_router ip addr add \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217627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192.168.1.1/24 dev veth_rc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2400300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netns exec ns_router ip addr add \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624328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192.168.2.1/24 dev veth_rs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2848356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netns exec ns1 ip addr add \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3072384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192.168.2.2/24 dev veth_sr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29641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3520440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IP forwarding in router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744468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netns exec ns_router \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968496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sysctl -w net.ipv4.ip_forward=1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4192524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441655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TBF 5Mbit bottleneck on router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4640580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netns exec ns_router tc qdisc \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0" y="4864608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add dev veth_rs root handle 1: \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46320" y="5088636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tbf rate 5mbit burst 16kbit \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5312664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latency 400ms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576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Verify: ip netns exec ns2 ping -c 3 192.168.2.2  →  0% packet loss confirms router forwarding works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eBPF Attach + fq_codel + Controller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2743200" cy="4160520"/>
          </a:xfrm>
          <a:prstGeom prst="roundRect">
            <a:avLst>
              <a:gd name="adj" fmla="val 3333"/>
            </a:avLst>
          </a:prstGeom>
          <a:solidFill>
            <a:srgbClr val="FFB703">
              <a:alpha val="15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Compile + Attach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128016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Compile eBPF program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45389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-O2: optimise for speed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162763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-g: embed BTF type info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80136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-target bpf: eBPF ISA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97510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clang -O2 -g -target bpf \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214884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-c ebpf/tc_monitor.c \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32257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-o ebpf/tc_monitor.o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249631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267004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Attach clsact qdisc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284378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netns exec ns_router \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301752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tc qdisc add dev veth_rs clsact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319125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336499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Attach eBPF to egress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" y="35387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ip netns exec ns_router \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" y="371246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tc filter add dev veth_rs \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" y="388620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egress bpf direct-action \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" y="405993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obj tc_monitor.o \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" y="423367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sec tc_egress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8912" y="440740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" y="458114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Verify: jited = JIT ok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" y="475488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tc filter show dev veth_rs \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8912" y="492861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egress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8912" y="510235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→ id 49152  jited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46120" y="868680"/>
            <a:ext cx="2743200" cy="4160520"/>
          </a:xfrm>
          <a:prstGeom prst="roundRect">
            <a:avLst>
              <a:gd name="adj" fmla="val 3333"/>
            </a:avLst>
          </a:prstGeom>
          <a:solidFill>
            <a:srgbClr val="0096C7">
              <a:alpha val="15000"/>
            </a:srgbClr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fq_codel (each system)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19272" y="128016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Remove old child qdisc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19272" y="145389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tc qdisc del dev veth_rs \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19272" y="162763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parent 1:1 2&gt;/dev/null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9272" y="180136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19272" y="197510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static_fqcodel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19272" y="214884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tc qdisc add dev veth_rs \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19272" y="232257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parent 1:1 handle 10: \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19272" y="249631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fq_codel target 5ms \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19272" y="267004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interval 100ms \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19272" y="284378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limit 1024 quantum 1514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19272" y="301752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19272" y="319125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PIE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19272" y="336499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tc qdisc add dev veth_rs \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19272" y="35387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parent 1:1 handle 10: pie \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19272" y="371246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target 15ms limit 1000 \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19272" y="388620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tupdate 30ms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319272" y="405993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19272" y="423367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ACAPE: same base as static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19272" y="440740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controller adjusts at runtime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19272" y="458114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via: tc qdisc change ...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319272" y="475488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19272" y="492861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Verify live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319272" y="510235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tc -s qdisc show dev veth_rs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26480" y="868680"/>
            <a:ext cx="2834640" cy="4160520"/>
          </a:xfrm>
          <a:prstGeom prst="roundRect">
            <a:avLst>
              <a:gd name="adj" fmla="val 3226"/>
            </a:avLst>
          </a:prstGeom>
          <a:solidFill>
            <a:srgbClr val="52B788">
              <a:alpha val="15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914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Controller (key part)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99632" y="1280160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T3 — tc qdisc change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199632" y="1453896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Applied every ~5 seconds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99632" y="1627632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No traffic interruption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199632" y="180136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199632" y="1975104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tc qdisc change \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199632" y="2148840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dev veth_rs \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99632" y="2322576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parent 1:1 handle 10: \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199632" y="2496312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fq_codel \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199632" y="267004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target {X}us \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199632" y="2843784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interval {Y}us \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199632" y="3017520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limit {Z} \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99632" y="3191256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  quantum {Q}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199632" y="3364992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199632" y="353872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X = target_ms × 1000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199632" y="3712464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Y = interval_ms × 1000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199632" y="3886200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Z = limit packets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199632" y="4059936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Q = 300/1514/3000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199632" y="4233672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199632" y="440740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Log format: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199632" y="4581144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[PREDICTIVE] HEAVY-&gt;MOD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199632" y="4754880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target=4.50ms limit=921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199632" y="4928616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quantum=300 adj=3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199632" y="5102352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199632" y="527608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15 adjustments in 10min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199632" y="5449824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# 5.00-&gt;4.50-&gt;4.05-&gt;...-&gt;1.03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6576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 maps: flow_map (LRU_HASH 65536) tracks per-flow state  ·  global_map (PERCPU_ARRAY) aggregate counters  ·  size_hist (ARRAY 16 buckets) packet sizes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What We Measure, How, and Why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E63946">
              <a:alpha val="12000"/>
            </a:srgbClr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9601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Backlog (pkts)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HOW: tc -s qdisc show | grep backlog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Primary bufferbloat indicator. Static=434p. ACAPE=314p. 28% lower.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52B788">
              <a:alpha val="12000"/>
            </a:srgbClr>
          </a:solidFill>
          <a:ln w="15240">
            <a:solidFill>
              <a:srgbClr val="52B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38528"/>
            <a:ext cx="73152" cy="9601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84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(Mbps)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258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HOW: iperf3 JSON: sender.bits_per_second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Must stay ≥97% of 5Mbit. Confirms AQM doesn't collapse the link.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FFB703">
              <a:alpha val="12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62656"/>
            <a:ext cx="73152" cy="9601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008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Rate (/s)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2826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HOW: tc dropped counter delta / time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5112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High drops + low backlog = correct CoDel behaviour. AQM signalling TCP early.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86784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00B4D8">
              <a:alpha val="12000"/>
            </a:srgbClr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86784"/>
            <a:ext cx="73152" cy="9601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fq_codel target (ms)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3068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HOW: tc -s qdisc | grep target (in microseconds)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45354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Our actuation signal. Static stays 5ms. ACAPE drives 5→1ms staircase.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91440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0096C7">
              <a:alpha val="12000"/>
            </a:srgbClr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914400"/>
            <a:ext cx="73152" cy="96012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Sojourn Time (ms)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1234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HOW: Little's Law: backlog / (throughput / pkt_size)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Queue wait per packet. High sojourn = bufferbloat. ACAPE reduces this.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1938528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0A1628">
              <a:alpha val="12000"/>
            </a:srgbClr>
          </a:solidFill>
          <a:ln w="15240">
            <a:solidFill>
              <a:srgbClr val="0A16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1938528"/>
            <a:ext cx="73152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984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Fairness Index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2258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HOW: J=(Σxi)²/(n·Σxi²) from iperf3 per-flow rates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24871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1.0 = perfect fairness. We maintain 0.9997 throughout despite aggressive tuning.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962656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E63946">
              <a:alpha val="12000"/>
            </a:srgbClr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2962656"/>
            <a:ext cx="73152" cy="9601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008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Gradient G(t)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32826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HOW: 0.6·∇dr/30 + 0.4·∇bl/300 (linear regression W=10)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35112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Novel C1. Detects direction of congestion change. &gt;0.5=WORSENING.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3986784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FFB703">
              <a:alpha val="12000"/>
            </a:srgbClr>
          </a:solidFill>
          <a:ln w="15240">
            <a:solidFill>
              <a:srgbClr val="FFB70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3986784"/>
            <a:ext cx="73152" cy="9601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Code (0-3)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54880" y="43068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1120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HOW: Threshold classify on drop_rate + backlog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45354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0=NORMAL 1=LIGHT 2=MODERATE 3=HEAVY. Drives AIMD update rule selection.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collected every 1s to CSV  ·  28 metrics exported to Prometheus port 9101  ·  Grafana dashboard: localhost:3000/d/acape2026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2026-04-09T11:09:34Z</dcterms:created>
  <dcterms:modified xsi:type="dcterms:W3CDTF">2026-04-09T11:09:34Z</dcterms:modified>
</cp:coreProperties>
</file>